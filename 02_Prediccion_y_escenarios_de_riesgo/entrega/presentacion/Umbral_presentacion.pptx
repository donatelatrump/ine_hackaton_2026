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Datos agregados CCPC 2009–2024. Prototipo para revisión institucional.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País: México, municipios con estimación incluidos. Los filtros y exclusiones delimitan el alcance.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auditoría y base municipal del proyecto. CCPC: https://ine.mx/transparencia/datos-abiertos/visualizacion-datos/conteos-censales-participacion/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modelado/METODOLOGIA.md y modelado/salidas/metricas.json. No hay ajuste para mejorar 2024.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MAE en puntos porcentuales. Ponderación por SV+NV observado del objetivo. Top50 dentro de cada cohorte evaluable.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DOI: 10.1017/S0007123424000504; 10.1007/s11109-026-10121-2; 10.1177/0956797609359326. Traslado a México: supuesto.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Frecuencia descriptiva. Las variantes comparten datos y pueden equivocarse juntas.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entrega/caso_municipal.json. SV+NV 2024: 255,362. SMS: Lindgren, Nyman y Oskarsson (2025), DOI 10.1017/S0007123424000504.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Caso completo: entrega/CASO_MUNICIPAL.md. Guion y demo de tres pasos: entrega/GUION_PRESENTACION.md.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2024 es presidencial y no valida directamente 2027. No se promete superioridad predictiva o efectividad preventiva.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01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10685F"/>
                </a:solidFill>
                <a:latin typeface="Segoe UI"/>
              </a:rPr>
              <a:t>UMBRAL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237744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685F"/>
                </a:solidFill>
                <a:latin typeface="Segoe UI"/>
              </a:rPr>
              <a:t>Atlas de decisión municipal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30124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Revisión territorial con evidencia, capacidad y supuestos visibles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554476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15353B"/>
                </a:solidFill>
                <a:latin typeface="Segoe UI"/>
              </a:rPr>
              <a:t>Tecnocalidos · Hackathon INE 2026 · Track 2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034536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15353B"/>
                </a:solidFill>
                <a:latin typeface="Segoe UI"/>
              </a:rPr>
              <a:t>Martin Isai Nuñez Villeda y Cesar Donnet Hernandez Gastelum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49910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15353B"/>
                </a:solidFill>
                <a:latin typeface="Segoe UI"/>
              </a:rPr>
              <a:t>Versión técnica · 6 de octubre de 2026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Datos agregados CCPC 2009–2024. Prototipo para revisión institucional.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02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Territorio y cobertura total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Municipio, estado o país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6997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La persona usuaria elige territorio, acción con evidencia y cobertura total. SMS cuenta personas distintas previstas para envío. Llamada cuenta contactos efectivos.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2188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Prioridad concentra por ranking. Proporcional reparte por SV+NV 2024 entre todos los elegibles, con redondeo por mayor resto y tope de población.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73804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15353B"/>
                </a:solidFill>
                <a:latin typeface="Segoe UI"/>
              </a:rPr>
              <a:t>Estas reglas son decisiones de planeación propias.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País: México, municipios con estimación incluidos. Los filtros y exclusiones delimitan el alcance.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03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Cobertura y calidad visibles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10685F"/>
                </a:solidFill>
                <a:latin typeface="Segoe UI"/>
              </a:rPr>
              <a:t>1,783 con estimación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72491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694 sin estimación · 2,477 claves históricas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297936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Abstención observada = 100 × NV / (SV + NV)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3870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NS identifica participación no especificada. La regla principal exige NS ≤10% en ambos antecedentes relevantes.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69188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El catálogo constante orienta la revisión territorial. Falta comprobar equivalencia de límites históricos.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auditoría y base municipal del proyecto. CCPC: https://ine.mx/transparencia/datos-abiertos/visualizacion-datos/conteos-censales-participacion/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04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La referencia también compite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Referencia: última elección del mismo tipo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38984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Para 2027 usa 2021. Ridge estima un ajuste con historia electoral, edad agregada, urbanización y calidad.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2188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Alpha = 10 permanece congelado. Cada corte aprende con resultados anteriores al año objetivo.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30479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2021 seleccionó el método. Ese corte no es una prueba independiente posterior a la selección.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modelado/METODOLOGIA.md y modelado/salidas/metricas.json. No hay ajuste para mejorar 2024.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05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Ridge mejora en 2021 y empeora en 2024</a:t>
            </a:r>
          </a:p>
        </p:txBody>
      </p:sp>
      <p:graphicFrame>
        <p:nvGraphicFramePr>
          <p:cNvPr id="5" name="Table 3"/>
          <p:cNvGraphicFramePr>
            <a:graphicFrameLocks noGrp="1"/>
          </p:cNvGraphicFramePr>
          <p:nvPr/>
        </p:nvGraphicFramePr>
        <p:xfrm>
          <a:off x="594360" y="18288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  <a:gridCol w="1828800"/>
                <a:gridCol w="1828800"/>
                <a:gridCol w="1828800"/>
              </a:tblGrid>
              <a:tr h="475488"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Corte / método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MAE (pp)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Ponderado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Top50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2021 · Referencia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1,490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12.12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8.05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16/50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2021 · Ridge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1,490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9.21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5.49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19/50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2024 · Referencia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1,476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5.64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3.54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27/50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2024 · Ridge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1,476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8.58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4.49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27/50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  <p:sp>
        <p:nvSpPr>
          <p:cNvPr id="6" name="Texto editable"/>
          <p:cNvSpPr txBox="1"/>
          <p:nvPr/>
        </p:nvSpPr>
        <p:spPr>
          <a:xfrm>
            <a:off x="594360" y="4526280"/>
            <a:ext cx="1097280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La evidencia no demuestra superioridad consistente.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5120640"/>
            <a:ext cx="1097280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Spearman referencia / Ridge: 0.485 / 0.599 en 2021 y 0.827 / 0.811 en 2024. Análisis posterior, sin reajuste del modelo.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MAE en puntos porcentuales. Ponderación por SV+NV observado del objetivo. Top50 dentro de cada cohorte evaluable.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06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Evidencia externa y escenario territorial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Acción y coeficiente publicado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SMS Suecia: +0.30 pp ITT, intervalo 0.13–0.48. SMS EEUU: +0.25 pp ITT, intervalo 0.17–0.34. Llamada: +4.1 pp ATT, error estándar 1.7.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375406"/>
            <a:ext cx="10881360" cy="10492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Votos adicionales hipotéticos = cobertura × coeficiente / 100, limitados por abstención esperada entre cubiertos. El coeficiente ya mide cambio en participación, sin otra tasa de respuesta.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552696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La comparación conserva todo el territorio estimable, incluso municipios sin atención. Umbrales base fijos y ponderación SV+NV 2024.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DOI: 10.1017/S0007123424000504; 10.1007/s11109-026-10121-2; 10.1177/0956797609359326. Traslado a México: supuesto.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07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Una ficha para revisar cada prioridad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¿Por qué este municipio?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6997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Puesto, antecedentes, calidad NS y acuerdo entre referencia y Ridge. Perfil CCPC por grupos como capa descriptiva separada.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2188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Frecuencia entre seis variantes: dos métodos × NS 5/10/20. N equivale a municipios atendidos del plan actual.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30479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Compara rankings con N equivalente. No recalcula presupuesto ni reparto y no es probabilidad. El caso 23008 documenta por separado el ranking de referencia top50.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Frecuencia descriptiva. Las variantes comparten datos y pueden equivocarse juntas.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08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Caso 23008: SMS con traslado hipotético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SOLIDARIDAD · catálogo histórico de Quintana Roo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38984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Puesto Ridge 1, referencia 3. Base 62.106806%. Estabilidad 4/6 del ranking de referencia top50. NS 2021: 9.60%, excluye umbral ≤5%.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35991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0">
                <a:solidFill>
                  <a:srgbClr val="15353B"/>
                </a:solidFill>
                <a:latin typeface="Segoe UI"/>
              </a:rPr>
              <a:t>1,000 personas distintas previstas para SMS Suecia: 3 votos adicionales hipotéticos, rango externo 1.3–4.8.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73804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Escenario 62.105631%. Reducción de 0.001175 pp. El efecto publicado proviene de Suecia y su traslado a México requiere evaluación.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entrega/caso_municipal.json. SV+NV 2024: 255,362. SMS: Lindgren, Nyman y Oskarsson (2025), DOI 10.1017/S0007123424000504.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09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De la ficha a un plan verificable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Recursos, condiciones y medición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Exportar territorio, acción y cita, cobertura total, distribución, supuestos y estabilidad del plan actual.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06394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Registrar alcance único agregado, horas y conocimiento previo/posterior. El perfil por edad describe grupos agregados y no demuestra barreras.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5831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Validar límites, sedes y atribuciones. Un efecto sobre participación requiere evaluación comparativa y protocolo previo.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Caso completo: entrega/CASO_MUNICIPAL.md. Guion y demo de tres pasos: entrega/GUION_PRESENTACION.md.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10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Siguiente decisión: un piloto acotado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Validación con el área usuaria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6997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Acordar objetivo de priorización, capacidad real y protocolo de revisión territorial. Elegir acciones con cobertura que pueda medirse.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52876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Evaluación antes de ampliar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05688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Predefinir indicadores y asignación del piloto. Conservar la referencia y publicar resultados favorables y adversos.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93979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15353B"/>
                </a:solidFill>
                <a:latin typeface="Segoe UI"/>
              </a:rPr>
              <a:t>Equipo: Tecnocalidos. Firmas, registro y envío formal siguen pendientes.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2024 es presidencial y no valida directamente 2027. No se promete superioridad predictiva o efectividad preventiva.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